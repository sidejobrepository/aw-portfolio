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2AC8D-3DBF-8657-9702-43CBC03BA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36B3EA-EED0-1940-B850-D7E3C0B42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CB383B-75B0-2B0C-6B07-91E4B894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3D9453-2734-BFE0-AAC3-0887CBDE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B9DA95-801E-B09E-8ED1-8921D4F5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02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7E002E-6B9E-D7E8-8369-A2533534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A1F9F5-A7EA-8419-CE4F-D04E3F854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BAB324-C75C-19F4-222C-39DC3108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6BB067-DD5A-AFE5-CB03-162D122D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F84829-5605-04A2-F7C1-95A5CF5A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160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E548A-22FB-E6D4-4936-FEAB8C9C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C4B2F8-1E9E-8C66-4F85-4CDF8BF70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C1097C-41A3-EDDF-3919-C4F5F7B6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53833F-68E3-E931-9B21-775C1A74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A74C1-BD89-9E8F-4CEC-37F9D74C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38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99BE1A-D7B1-46C2-ADA7-BC8319B12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396395-979D-A816-00B1-561BBA8BA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0FCAE9-2B2B-1142-33D7-86ED00C10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C7BB63-315B-44D3-3B48-9CFF3281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C2CE1-2283-BC47-C1CE-9E15F909C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8A8E38-B68F-8AEE-3757-B201161B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25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9B9D2-B411-C04C-963D-FA3F92D6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D7A21D-31F3-4F5A-43DE-D1386E53C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2AE854-FBD3-D549-286C-B100D0B34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3A8C22-8404-22C3-2921-448C92013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022899-3AA7-BED3-1941-B06597465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5942D85-E480-A441-D405-2A635126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C50EBD-5CC2-D888-93C4-DE0D5464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6D9DA3-6E4E-9B6C-6FB5-CF0567840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5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CA1D8-F36A-9A76-8571-F6967874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D12693-F19B-5020-6C99-E73DE952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FFE2E5-6850-4213-619F-B0EE7BD47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1263CD-E776-134B-4B64-A32DC365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2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938E4F-5791-3306-6C72-D5ECE01D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71216B-23DB-E355-A062-6C77B308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74FEB-D220-1905-A43D-AA50EF35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828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FEC47-0FBC-405C-47A1-A78B5F96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6254AB-AD08-66AE-A7F9-B8A8F8473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595E2A-2565-36E0-54DC-E2CB255A8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F5083E-3B38-659E-ECA2-FBC7C7028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D3E52A-3C64-0044-C577-B600EF251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C4C26F-AD82-5A7C-1EDA-4E3583DD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564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F6023-81B6-4C5E-5DAB-949347D7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837750-274C-ED95-51BE-F216F1657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B3CF23-801D-61CB-34E8-CCCD4E182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966A79-8135-6677-9CD1-3A647E3B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4E5E80-8F80-70C9-EDDE-CD16A90A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B719E2-8327-96CE-B035-AE8D5160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49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C0037-7208-42A0-8390-D9C949B9B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60E4B1-D9DD-9C81-C266-48924A723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EFC72-A908-63FF-C663-14F2AAF3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35A09-A6AC-6B7B-109D-53C6D79F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8206BE-0D51-16BD-1A8A-8C45CF47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72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35D4B4-0C22-0725-8C80-A2D7BF01F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AACC9D-AD8F-043F-12FE-EE4A2CE76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6E4B6-85C8-92BC-F373-436CC88B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F9D838-A114-4286-278E-3B1FDBB2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BC5058-6196-ACA6-F9A8-86014BED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009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BE2DD0-6391-0C7C-58CB-076388F0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015A16-2DD1-7871-34E4-C1799822D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3541C5-1074-D1CF-5033-D18358927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F5097-A5C5-4DCA-B1D9-2CC6C6C5DBF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7BC42D-5EBF-E85A-CFB0-32012308D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DB894F-2AD0-4380-1466-CB9783699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AB50C-7448-41EE-9631-84AD2360D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98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A299B9E-41EC-F0FF-5C9A-7E113FBBE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5" y="79406"/>
            <a:ext cx="12057246" cy="328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24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김이석</dc:creator>
  <cp:lastModifiedBy>김이석</cp:lastModifiedBy>
  <cp:revision>3</cp:revision>
  <dcterms:created xsi:type="dcterms:W3CDTF">2025-11-24T08:19:54Z</dcterms:created>
  <dcterms:modified xsi:type="dcterms:W3CDTF">2025-11-24T08:32:46Z</dcterms:modified>
</cp:coreProperties>
</file>